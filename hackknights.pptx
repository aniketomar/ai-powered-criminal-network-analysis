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7" r:id="rId3"/>
    <p:sldId id="266" r:id="rId4"/>
    <p:sldId id="258" r:id="rId5"/>
    <p:sldId id="261" r:id="rId6"/>
    <p:sldId id="262" r:id="rId7"/>
    <p:sldId id="263" r:id="rId8"/>
    <p:sldId id="268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1F5D7-1966-7D49-9ED1-8FD1DFA934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36C616-3617-0825-699D-D32641E3C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C3E11-A942-C13D-7A55-78FB008A2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7717F-D7C1-4CF1-8910-ECC4E0D0356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A5557-5926-B6E3-D47A-1DEDACD47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631BF-BF02-0B0B-1403-BB9E0BC44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79A45-56DF-45D9-8BAB-16AD3D686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72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D693-A2DE-0B9A-0359-B1D137037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ED8EF-CD77-B80B-E1F8-1993833B2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3BFAD-E801-0046-14A0-094BAD581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7717F-D7C1-4CF1-8910-ECC4E0D0356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515FB-987E-BDCE-944E-C59F11107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FF7A0-83DA-E459-5077-A6DEE9D49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79A45-56DF-45D9-8BAB-16AD3D686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5139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F5BFE-EC7A-1DBC-0BF3-36AC26DD2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0A251-EF68-616D-C6B7-15D8EC84F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48351-F796-FA22-E57F-64C33F2E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7717F-D7C1-4CF1-8910-ECC4E0D0356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E673E-4E22-C890-1AC9-7712A95A3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A7013-12AB-AB2C-6BB8-C4F171A16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79A45-56DF-45D9-8BAB-16AD3D686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792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836AF-306B-B67C-E56E-E97F093FB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8A2CD-415E-BB6A-2D0E-767837A64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B14AEB-BBF7-2FFE-CF72-08652A108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49AAE1-6CCE-F862-4046-7A2E5C28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7717F-D7C1-4CF1-8910-ECC4E0D0356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1B6D7-F60F-C893-8372-A67B8A7BB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979E30-516B-45A6-7E31-208428E0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79A45-56DF-45D9-8BAB-16AD3D686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852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89BD2-45CC-660E-A6E2-D5C39D569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00468-095B-E25B-D8C7-19D18B8AF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09CBD-8C6C-8232-EF65-932133802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4DC753-6238-3849-B6C9-8692E97D63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A6AB45-078C-5053-E668-3AC4FE246E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828096-D247-519F-A2B0-B0BD20CA9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7717F-D7C1-4CF1-8910-ECC4E0D0356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48BC1F-294E-98A3-57EF-F02EF1F69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09F45C-90C5-5935-F064-B93047B01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79A45-56DF-45D9-8BAB-16AD3D686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108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AFA22-2EB7-5D2C-B405-E0AA47111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2EEB0F-D0F9-B7D0-A384-4113EBD44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7717F-D7C1-4CF1-8910-ECC4E0D0356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25BC2C-D1FA-9DCC-C537-E621A5DE3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6C6C1-19A0-DE2D-6457-E1E57CD57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79A45-56DF-45D9-8BAB-16AD3D686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65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3418A-55AB-F78A-5CC7-CC0D4425A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7717F-D7C1-4CF1-8910-ECC4E0D0356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7202DD-4FCA-0D04-CD21-95A4CB953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D5CB8-064E-EACA-FB91-62B514CBB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79A45-56DF-45D9-8BAB-16AD3D686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990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DDECF-24E0-E898-D510-70F117C4B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479A0-43EF-1C5F-D786-70520CDC7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BE7E7E-CD31-D97E-0E6C-9677E84EE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A89BE3-59C7-7ACB-3F91-846F4C0B1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7717F-D7C1-4CF1-8910-ECC4E0D0356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B9F3B9-A769-3187-AC3B-9279B9741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9127E8-6B13-CCE1-9EC8-8BEC15BB4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79A45-56DF-45D9-8BAB-16AD3D686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480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B0D03-67B5-DD3C-26D8-22FE02037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AC5DE4-C4BC-9CDE-9D4E-3E07422ABCF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974196-5D00-D4AF-CD26-900F0DDB4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D40CA-68FC-F97C-2CD7-C32B9DDEF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7717F-D7C1-4CF1-8910-ECC4E0D0356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272EF8-9506-22B4-D1D3-0E631C156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BC7502-C640-4560-234E-3AF89E873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79A45-56DF-45D9-8BAB-16AD3D686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097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251F2-F3AA-F1E1-CA70-BAA67FA5D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068D33-0BEF-60B1-58F4-CEA439730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1AA64-76E5-125D-5019-A9B51500B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7717F-D7C1-4CF1-8910-ECC4E0D0356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823E9-90E5-E1EA-6A3F-2E7A0AF4F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C4245-120D-3139-6D52-9C5E2E2FE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79A45-56DF-45D9-8BAB-16AD3D686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456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04F589-BE17-8116-6BF7-70337FCFDF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FA6BD8-2F0D-5CF8-489B-88C8A617D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10C62-4ED0-74AC-A21E-26712EADE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7717F-D7C1-4CF1-8910-ECC4E0D0356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25261-7615-7AE7-D64B-AED88FB29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2813F-2C50-3F3D-3521-85522DBC8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79A45-56DF-45D9-8BAB-16AD3D686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2129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B36684-39D0-A355-9185-BE57C973D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D625F-751D-B801-B523-3B09A30A3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D070C-2D4F-ED6E-97D8-2797B6DF55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7717F-D7C1-4CF1-8910-ECC4E0D0356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8FEE9-719B-7B12-5962-644ACF3A0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FD01F-C186-197A-7181-617FBC8610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79A45-56DF-45D9-8BAB-16AD3D686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198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92F8D94-57E3-65D4-F909-F1D310302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1932C5-5D6B-FAD9-AB4E-DAC4579CC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24" y="118872"/>
            <a:ext cx="955848" cy="9509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C1DCEC-044C-74CA-AD16-CFC27663A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661" y="0"/>
            <a:ext cx="1063690" cy="10636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6D561E0-2BC7-C65A-789B-2E06A78565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57329" y="6130212"/>
            <a:ext cx="727788" cy="72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605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2ED493-3672-EF48-0E62-E782874AD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65" y="161860"/>
            <a:ext cx="11847870" cy="65342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47F3C1-4C17-BE87-81BB-687975DC91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789"/>
            <a:ext cx="12192000" cy="671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127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41D3E0-4B25-4B59-7383-651A4D16B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77" y="243564"/>
            <a:ext cx="11598645" cy="63708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F44244-0CBE-FE67-9D9F-3F045314BE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068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62DCE25-76D2-059C-4443-B08CE682D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6B3688F-F12E-94B0-B488-536A94CAE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5386" y="0"/>
            <a:ext cx="1066892" cy="10607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8D21A53-F645-836D-FAC0-4E9758462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4212" y="6130212"/>
            <a:ext cx="727788" cy="7277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A6509C-22EF-E560-6E90-1E9ECE6AD5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3" y="958624"/>
            <a:ext cx="1066893" cy="84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224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37924C-4EF2-62B6-AB58-396481BA3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0068" y="0"/>
            <a:ext cx="12282067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1C03C8-7CED-904C-BF13-0E6D298CF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089" y="73891"/>
            <a:ext cx="946583" cy="8774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2EF582-F370-C1BD-32C5-B7C801BB53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5386" y="0"/>
            <a:ext cx="1066892" cy="10607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766600-6912-336F-45A9-E5C67D45BE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3543" y="6139543"/>
            <a:ext cx="727788" cy="7277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737E69-4032-472F-8C4C-90A6F7ADC5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089" y="951346"/>
            <a:ext cx="740929" cy="58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679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ED9D4C-1121-BA91-A6FC-67E257093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623D3D-1540-B5C8-7903-CC3FED4C5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034" y="0"/>
            <a:ext cx="951058" cy="9051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2E98B8-1DFE-515C-993A-1C85CA850A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5386" y="0"/>
            <a:ext cx="1066892" cy="10607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214320-20E4-8B4D-0C5F-2365AC45D4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4212" y="6130212"/>
            <a:ext cx="727788" cy="7277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CDE747-E0C6-BB17-70C0-058AAA3889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868" y="905164"/>
            <a:ext cx="965224" cy="76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649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64A05D-4E8B-73E0-2730-917745614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2D3F2F-7B97-AF1E-A0C7-AD3448FBE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271" y="64655"/>
            <a:ext cx="983529" cy="8866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DE80FB-5506-82C6-CF95-8A7878814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5386" y="0"/>
            <a:ext cx="1066892" cy="10607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DE4386-C0D0-A726-04A3-00AFF78FA0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4212" y="6130212"/>
            <a:ext cx="727788" cy="7277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4B4BCA-FAD6-9BC1-7D8C-3D323E3631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032" y="951347"/>
            <a:ext cx="840682" cy="66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705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A5F94E-7263-9070-4EC8-73187037C5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28" y="118069"/>
            <a:ext cx="11765944" cy="66218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E0DAB3-DF23-8060-FE72-A63868CF04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592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743E6A-8F58-EC62-3D8D-E9590FA904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56" y="64454"/>
            <a:ext cx="5946640" cy="33645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1ED0F6-D003-28E2-8564-84D41CE143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1382" y="64454"/>
            <a:ext cx="5834861" cy="33645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F5F01F-D731-CAD3-B3D3-42A80004F4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56" y="3520954"/>
            <a:ext cx="5946640" cy="32725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A6743C5-4572-A6F4-FF80-743D817BDD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9029" y="3520954"/>
            <a:ext cx="5834861" cy="3272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26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DIVYANSH MAURYA</dc:creator>
  <cp:lastModifiedBy>Aniket Omar</cp:lastModifiedBy>
  <cp:revision>5</cp:revision>
  <dcterms:created xsi:type="dcterms:W3CDTF">2026-10-05T14:56:50Z</dcterms:created>
  <dcterms:modified xsi:type="dcterms:W3CDTF">2026-10-10T07:28:12Z</dcterms:modified>
</cp:coreProperties>
</file>